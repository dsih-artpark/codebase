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" name="Shape 9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457200">
              <a:buSzTx/>
              <a:buFontTx/>
              <a:buNone/>
              <a:defRPr b="1" sz="2400"/>
            </a:lvl2pPr>
            <a:lvl3pPr marL="0" indent="914400">
              <a:buSzTx/>
              <a:buFontTx/>
              <a:buNone/>
              <a:defRPr b="1" sz="2400"/>
            </a:lvl3pPr>
            <a:lvl4pPr marL="0" indent="1371600">
              <a:buSzTx/>
              <a:buFontTx/>
              <a:buNone/>
              <a:defRPr b="1" sz="2400"/>
            </a:lvl4pPr>
            <a:lvl5pPr marL="0" indent="182880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6336" y="372836"/>
            <a:ext cx="3351894" cy="696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68943" y="338758"/>
            <a:ext cx="872557" cy="890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Picture 3" descr="Pictur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0484154" y="6197601"/>
            <a:ext cx="1457346" cy="321641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Text"/>
          <p:cNvSpPr txBox="1"/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6" name="Picture Placeholder 2"/>
          <p:cNvSpPr/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7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84154" y="6197601"/>
            <a:ext cx="1457346" cy="3216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Picture 2" descr="Picture 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68943" y="338758"/>
            <a:ext cx="872557" cy="890364"/>
          </a:xfrm>
          <a:prstGeom prst="rect">
            <a:avLst/>
          </a:prstGeom>
          <a:ln w="12700">
            <a:miter lim="400000"/>
          </a:ln>
        </p:spPr>
      </p:pic>
      <p:sp>
        <p:nvSpPr>
          <p:cNvPr id="99" name="TextBox 2"/>
          <p:cNvSpPr txBox="1"/>
          <p:nvPr/>
        </p:nvSpPr>
        <p:spPr>
          <a:xfrm>
            <a:off x="3093720" y="2828836"/>
            <a:ext cx="6004560" cy="1209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/>
            <a:r>
              <a:t>Dengue Hotspots in BBMP</a:t>
            </a:r>
          </a:p>
          <a:p>
            <a:pPr algn="ctr"/>
          </a:p>
          <a:p>
            <a:pPr algn="ctr"/>
            <a:r>
              <a:t>Aug 29 </a:t>
            </a:r>
            <a:r>
              <a:t>- Sep 11</a:t>
            </a:r>
          </a:p>
        </p:txBody>
      </p:sp>
      <p:pic>
        <p:nvPicPr>
          <p:cNvPr id="100" name="Picture 2" descr="Pictur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36336" y="372836"/>
            <a:ext cx="3351894" cy="6967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bbmp_assembly_summary_cases_hotspot.png" descr="bbmp_assembly_summary_cases_hotspo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673600" y="0"/>
            <a:ext cx="28448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bbmp_YELAHANKA.png" descr="bbmp_YELAHANKA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11541" y="978869"/>
            <a:ext cx="9054736" cy="45839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bbmp_VIJAYA NAGAR.png" descr="bbmp_VIJAYA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4320" y="1139703"/>
            <a:ext cx="10026917" cy="4888123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Note: Cases latitude and longitude do not map to shape file"/>
          <p:cNvSpPr txBox="1"/>
          <p:nvPr/>
        </p:nvSpPr>
        <p:spPr>
          <a:xfrm>
            <a:off x="612252" y="5992471"/>
            <a:ext cx="55925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/>
            <a:r>
              <a:t>Note: Cases latitude and longitude do not map to shape 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bbmp_SHIVAJI NAGAR.png" descr="bbmp_SHIVAJI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0458" y="954749"/>
            <a:ext cx="9917666" cy="494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bbmp_SHANTI NAGAR.png" descr="bbmp_SHANTI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3526" y="1238395"/>
            <a:ext cx="9568195" cy="47043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bbmp_SARVARGNA NAGAR.png" descr="bbmp_SARVARGNA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0854" y="852211"/>
            <a:ext cx="10015051" cy="515357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bbmp_RAJARAJESHWARI NAGAR.png" descr="bbmp_RAJARAJESHWARI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139313" y="1199384"/>
            <a:ext cx="7913374" cy="4790607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Note: Cases latitude and longitude do not map to shape file"/>
          <p:cNvSpPr txBox="1"/>
          <p:nvPr/>
        </p:nvSpPr>
        <p:spPr>
          <a:xfrm>
            <a:off x="612252" y="5992471"/>
            <a:ext cx="55925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/>
            <a:r>
              <a:t>Note: Cases latitude and longitude do not map to shape 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bbmp_RAJAJI NAGAR.png" descr="bbmp_RAJAJI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85801" y="941139"/>
            <a:ext cx="9115824" cy="4975722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Note: Cases latitude and longitude do not map to shape file"/>
          <p:cNvSpPr txBox="1"/>
          <p:nvPr/>
        </p:nvSpPr>
        <p:spPr>
          <a:xfrm>
            <a:off x="612252" y="5992471"/>
            <a:ext cx="55925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/>
            <a:r>
              <a:t>Note: Cases latitude and longitude do not map to shape 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bbmp_PADMANABA NAGAR.png" descr="bbmp_PADMANABA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34320" y="1160838"/>
            <a:ext cx="9765902" cy="48015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bbmp_MALLESWARAM.png" descr="bbmp_MALLESWAR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0290" y="1174071"/>
            <a:ext cx="9212144" cy="48843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bbmp_MAHALAXMI LAYOUT.png" descr="bbmp_MAHALAXMI LAYOU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97293" y="1010425"/>
            <a:ext cx="9168283" cy="50139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bbmp_MAHADEVAPURA (SC).png" descr="bbmp_MAHADEVAPURA (SC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25709" y="1216701"/>
            <a:ext cx="8540582" cy="50238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bbmp_K.R.PURA.png" descr="bbmp_K.R.PURA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80980" y="1061199"/>
            <a:ext cx="8939301" cy="512988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bbmp_JAYANAGAR.png" descr="bbmp_JAYA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3984" y="1149886"/>
            <a:ext cx="8985418" cy="45582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bbmp_HEBBAL.png" descr="bbmp_HEBBAL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09264" y="1008244"/>
            <a:ext cx="8597332" cy="505725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Note: Cases latitude and longitude do not map to shape file"/>
          <p:cNvSpPr txBox="1"/>
          <p:nvPr/>
        </p:nvSpPr>
        <p:spPr>
          <a:xfrm>
            <a:off x="612252" y="5992471"/>
            <a:ext cx="55925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/>
            <a:r>
              <a:t>Note: Cases latitude and longitude do not map to shape 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bbmp_GANDHI NAGAR.png" descr="bbmp_GANDHI NAGAR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43473" y="1171374"/>
            <a:ext cx="8905054" cy="49441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bbmp_CHICKPET.png" descr="bbmp_CHICKPE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84277" y="1259975"/>
            <a:ext cx="9245457" cy="474792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bbmp_C.V. RAMAN NAGAR (SC).png" descr="bbmp_C.V. RAMAN NAGAR (SC)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70290" y="1004899"/>
            <a:ext cx="9459018" cy="49167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bbmp_BYATARAYANAPURA.png" descr="bbmp_BYATARAYANAPURA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54871" y="989921"/>
            <a:ext cx="9144733" cy="5124861"/>
          </a:xfrm>
          <a:prstGeom prst="rect">
            <a:avLst/>
          </a:prstGeom>
          <a:ln w="12700">
            <a:miter lim="400000"/>
          </a:ln>
        </p:spPr>
      </p:pic>
      <p:sp>
        <p:nvSpPr>
          <p:cNvPr id="143" name="Note: Cases latitude and longitude do not map to shape file"/>
          <p:cNvSpPr txBox="1"/>
          <p:nvPr/>
        </p:nvSpPr>
        <p:spPr>
          <a:xfrm>
            <a:off x="612252" y="5992471"/>
            <a:ext cx="55925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/>
            <a:r>
              <a:t>Note: Cases latitude and longitude do not map to shape 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bbmp_BOMMANAHALLI.png" descr="bbmp_BOMMANAHALL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8702" y="1405016"/>
            <a:ext cx="8303523" cy="404796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bbmp_BASAVANAGUDI.png" descr="bbmp_BASAVANAGUDI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8275" y="1423265"/>
            <a:ext cx="8228657" cy="4011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bbmp_BANGALORE SOUTH.png" descr="bbmp_BANGALORE SOUTH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60844" y="1067615"/>
            <a:ext cx="8752622" cy="4722770"/>
          </a:xfrm>
          <a:prstGeom prst="rect">
            <a:avLst/>
          </a:prstGeom>
          <a:ln w="12700">
            <a:miter lim="400000"/>
          </a:ln>
        </p:spPr>
      </p:pic>
      <p:sp>
        <p:nvSpPr>
          <p:cNvPr id="150" name="Note: Cases latitude and longitude do not map to shape file"/>
          <p:cNvSpPr txBox="1"/>
          <p:nvPr/>
        </p:nvSpPr>
        <p:spPr>
          <a:xfrm>
            <a:off x="612252" y="5992471"/>
            <a:ext cx="559255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i="1"/>
            </a:lvl1pPr>
          </a:lstStyle>
          <a:p>
            <a:pPr/>
            <a:r>
              <a:t>Note: Cases latitude and longitude do not map to shape file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bbmp_B.T.M. LAYOUT.png" descr="bbmp_B.T.M. LAYOUT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332942" y="945665"/>
            <a:ext cx="9258536" cy="48317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