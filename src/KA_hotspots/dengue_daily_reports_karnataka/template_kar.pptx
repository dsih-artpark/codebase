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" name="Shape 9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0376" y="245656"/>
            <a:ext cx="872557" cy="890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84154" y="6197601"/>
            <a:ext cx="1457346" cy="321641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5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5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6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84154" y="6197601"/>
            <a:ext cx="1457346" cy="321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80376" y="245656"/>
            <a:ext cx="872557" cy="890364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Box 2"/>
          <p:cNvSpPr txBox="1"/>
          <p:nvPr/>
        </p:nvSpPr>
        <p:spPr>
          <a:xfrm>
            <a:off x="3093720" y="2828836"/>
            <a:ext cx="6004560" cy="1209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/>
            <a:r>
              <a:t>Dengue Hotspots in Karnataka</a:t>
            </a:r>
          </a:p>
          <a:p>
            <a:pPr algn="ctr"/>
          </a:p>
          <a:p>
            <a:pPr algn="ctr"/>
            <a:r>
              <a:t>Sep 9 - Sep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state_cases_hotspot_map.png" descr="state_cases_hotspot_ma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2650" y="0"/>
            <a:ext cx="53467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Bagalkote_hotspot_map.png" descr="Bagalkote_hotspot_ma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9035" y="980734"/>
            <a:ext cx="8315726" cy="53204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Bengaluru Urban_hotspot_map.png" descr="Bengaluru Urban_hotspot_ma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0978" y="831580"/>
            <a:ext cx="8427285" cy="53982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Chitradurga_hotspot_map.png" descr="Chitradurga_hotspot_ma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3938" y="686045"/>
            <a:ext cx="8564114" cy="54859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adag_hotspot_map.png" descr="Gadag_hotspot_ma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71043" y="805755"/>
            <a:ext cx="8190354" cy="52464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Tumakuru_hotspot_map.png" descr="Tumakuru_hotspot_ma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7952" y="895667"/>
            <a:ext cx="8327238" cy="53341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